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07" d="100"/>
          <a:sy n="107" d="100"/>
        </p:scale>
        <p:origin x="1280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4630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59E0B"/>
                </a:solidFill>
              </a:rPr>
              <a:t>Our Great Meals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E6EDF3"/>
                </a:solidFill>
              </a:rPr>
              <a:t>From fridge to fork — AI-powered recipe discovery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611880"/>
            <a:ext cx="3959352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88720" y="402336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98448" y="405993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React Router v7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402336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98648" y="405993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TypeScript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02336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98848" y="405993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Express.js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402336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9048" y="405993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PostgreSQL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402336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99248" y="405993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Claude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402336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99448" y="405993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Docker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949E"/>
                </a:solidFill>
              </a:rPr>
              <a:t>Full-Stack Portfolio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The Problem &amp; The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303520" cy="4114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6B"/>
                </a:solidFill>
              </a:rPr>
              <a:t>❌ 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•  Most recipe apps assume you already know what you want to cook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•  Searching by ingredient is tedious and returns irrelevant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4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•  Food goes to waste because people don't know what to make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45920"/>
            <a:ext cx="5303520" cy="4114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FB950"/>
                </a:solidFill>
              </a:rPr>
              <a:t>✅  The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•  Photograph your fridge — AI detects every ingredient instantly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1089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•  Get personalised recipe suggestions from what you actually have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74904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•  Generate a full recipe with instructions, times &amp; nutrition facts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Demo  ·  Step 1 of 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Upload &amp; Scan Your Fridge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858000" cy="438912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[ Screenshot: Home page
with drag-and-drop upload ]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645920"/>
            <a:ext cx="4114800" cy="4389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3317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331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User uploads a photo (JPEG/PNG/WebP, max 5 MB)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862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8620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File saved to server via Remix file-storage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392424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39242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Image converted to Base64 in the SSR loader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922776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92277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Sent to Claude Haiku Vision API with a JSON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45312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453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Returns a JSON array of detected ingredients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1206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Tech involved: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82128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59E0B"/>
                </a:solidFill>
              </a:rPr>
              <a:t>Claude Haiku Vision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70848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0576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Base64 encoding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69296" y="5440680"/>
            <a:ext cx="1261871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79024" y="5477256"/>
            <a:ext cx="14081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SSR Loader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Demo  ·  Step 2 of 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Review &amp; Edit Ingredients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858000" cy="438912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[ Screenshot: Ingredient list
with edit / delete controls ]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645920"/>
            <a:ext cx="4114800" cy="4389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3317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331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AI-detected ingredients shown as an editable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862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8620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User can delete, rename or add ingredients manually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392424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39242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Form powered by React Hook Form + Zod schema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922776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92277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User selects meal type and cuisine preference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45312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453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Submits to /recipe-generation via URL query params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1206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Tech involved: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82128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React Hook Form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70848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0576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Zod v4 validation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69296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79024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Remix 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Demo  ·  Step 3 of 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AI-Powered Recipe Suggestions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858000" cy="438912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[ Screenshot: Recipe suggestions page
showing 3 AI cards + DB results ]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645920"/>
            <a:ext cx="4114800" cy="4389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3317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331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Loader fires two requests in parallel via Promise.all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862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8620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Claude Haiku generates 3 tailored recipe suggestions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392424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39242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PostgreSQL returns matching recipes from the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922776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92277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Both results render side-by-side on the same 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45312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453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User picks a recipe to generate in full detail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1206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Tech involved: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82128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Promise.all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70848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0576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PostgreSQL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69296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79024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React Router v7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Demo  ·  Step 4 of 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Full Recipe Generation &amp; Save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858000" cy="438912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[ Screenshot: Full recipe page with
ingredients, steps &amp; nutrition facts ]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645920"/>
            <a:ext cx="4114800" cy="4389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3317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331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Claude generates full recipe JSON (instructions, nutrition)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862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8620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Zod schema validates every field before DB insert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392424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39242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Save requires login — JWT + Redis session checked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922776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92277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Recipe stored in PostgreSQL via parameterised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45312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453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Redirects to the saved recipe's permanent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1206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Tech involved: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82128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Zod 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70848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0576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JWT + Redis auth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69296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79024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PostgreSQL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303520" cy="4480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36576" cy="3474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React Router v7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8775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Full-stack SSR framework (loader / action pattern)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900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End-to-end type safety across routes and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4845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Tailwind CSS v4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0448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Utility-first styling, mobile-responsive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0682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React Hook 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6285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Form state with Zod resolver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651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Vite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21224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Fast dev server and production bundler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645920"/>
            <a:ext cx="5303520" cy="4480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18288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Backend &amp; Infrastructure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286000"/>
            <a:ext cx="36576" cy="3474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0" y="23317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Express.js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58775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REST API with modular route / controller / model pattern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9900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24612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Relational DB — recipes, users, reviews, friends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64845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Redis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0448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Session store for Express (express-session)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30682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Anthropic Claude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56285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Vision + text AI — Haiku model for speed &amp;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9651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Docker / Compose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5221224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Containerised deployment — all services in one stack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86800" y="-457200"/>
            <a:ext cx="4114800" cy="4114800"/>
          </a:xfrm>
          <a:prstGeom prst="rect">
            <a:avLst/>
          </a:prstGeom>
          <a:solidFill>
            <a:srgbClr val="2A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59E0B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6EDF3"/>
                </a:solidFill>
              </a:rPr>
              <a:t>Our Great Meals — AI-powered recipe discovery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749039"/>
            <a:ext cx="3959352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49E"/>
                </a:solidFill>
              </a:rPr>
              <a:t>GitHub:  github.com/your-username/our-great-meals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49E"/>
                </a:solidFill>
              </a:rPr>
              <a:t>Contact:  your@email.com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EDF3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592</Words>
  <Application>Microsoft Macintosh PowerPoint</Application>
  <PresentationFormat>Custom</PresentationFormat>
  <Paragraphs>120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POBORIL, MARTIN</cp:lastModifiedBy>
  <cp:revision>2</cp:revision>
  <dcterms:created xsi:type="dcterms:W3CDTF">2013-01-27T09:14:16Z</dcterms:created>
  <dcterms:modified xsi:type="dcterms:W3CDTF">2026-04-15T02:01:16Z</dcterms:modified>
  <cp:category/>
</cp:coreProperties>
</file>